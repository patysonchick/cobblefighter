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480b26c0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480b26c0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80b26c0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80b26c0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80b26c0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80b26c0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80b26c0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80b26c0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480b26c0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480b26c0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80b26c0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80b26c0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480b26c0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480b26c0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480b26c0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480b26c0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480b26c0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480b26c0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Cobble Fighter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Козлов Эдгар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158674"/>
            <a:ext cx="9143999" cy="48261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 и Жанр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Жанр:</a:t>
            </a:r>
            <a:r>
              <a:rPr lang="ru"/>
              <a:t> Аркада / Survival (Выживание).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Цель игры:</a:t>
            </a:r>
            <a:r>
              <a:rPr lang="ru"/>
              <a:t> Управлять "Перчаткой", уворачиваться от падающих камней и продержаться как можно дольше.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Целевая аудитория:</a:t>
            </a:r>
            <a:r>
              <a:rPr lang="ru"/>
              <a:t> Любители тайм-киллеров (игры, чтобы убить время).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Ключевые особенности: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    Бесконечный геймплей.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    Управление касанием (Touch input).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    Возрастающая сложность.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Используемые технологии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Язык программирования:</a:t>
            </a:r>
            <a:r>
              <a:rPr lang="ru"/>
              <a:t> Java.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Фреймворк:</a:t>
            </a:r>
            <a:r>
              <a:rPr lang="ru"/>
              <a:t> LibGDX (кроссплатформенная разработка игр).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Физический движок:</a:t>
            </a:r>
            <a:r>
              <a:rPr lang="ru"/>
              <a:t> Box2D (для реализации гравитации и столкновений).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Среда разработки:</a:t>
            </a:r>
            <a:r>
              <a:rPr lang="ru"/>
              <a:t> Android Studio(IntelliJ IDEA).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проекта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Паттерн MVC (элементы):</a:t>
            </a:r>
            <a:r>
              <a:rPr lang="ru"/>
              <a:t> Разделение логики (GameSession) и отрисовки (GameScreen).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Наследование (Inheritance):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ru"/>
              <a:t>GameObject</a:t>
            </a:r>
            <a:r>
              <a:rPr lang="ru"/>
              <a:t> (Базовый класс: тело, текстура, координаты).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ru"/>
              <a:t>GloveObject</a:t>
            </a:r>
            <a:r>
              <a:rPr lang="ru"/>
              <a:t> (Наследник: управление игроком).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ru"/>
              <a:t>CobbleObject</a:t>
            </a:r>
            <a:r>
              <a:rPr lang="ru"/>
              <a:t> (Наследник: враги, падающие вниз).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Управление состояниями (Enum):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ru"/>
              <a:t>PLAYING</a:t>
            </a:r>
            <a:r>
              <a:rPr lang="ru"/>
              <a:t> (Игра).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ru"/>
              <a:t>PAUSED</a:t>
            </a:r>
            <a:r>
              <a:rPr lang="ru"/>
              <a:t> (Пауза).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физики и столкновений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Мир Box2D:</a:t>
            </a:r>
            <a:r>
              <a:rPr lang="ru"/>
              <a:t> Использование World для симуляции физики.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Collision Detection (Обработка столкновений):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Использование </a:t>
            </a:r>
            <a:r>
              <a:rPr i="1" lang="ru"/>
              <a:t>ContactListener</a:t>
            </a:r>
            <a:r>
              <a:rPr lang="ru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Идентификация объектов через </a:t>
            </a:r>
            <a:r>
              <a:rPr i="1" lang="ru"/>
              <a:t>UserData</a:t>
            </a:r>
            <a:r>
              <a:rPr lang="ru"/>
              <a:t> ("glove", "cobble").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ru"/>
              <a:t>Логика:</a:t>
            </a:r>
            <a:r>
              <a:rPr lang="ru"/>
              <a:t> Если "glove" касается "cobble" -&gt; </a:t>
            </a:r>
            <a:r>
              <a:rPr i="1" lang="ru"/>
              <a:t>GAME OVER</a:t>
            </a:r>
            <a:r>
              <a:rPr lang="ru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Хитбоксы:</a:t>
            </a:r>
            <a:r>
              <a:rPr lang="ru"/>
              <a:t> Использование </a:t>
            </a:r>
            <a:r>
              <a:rPr i="1" lang="ru"/>
              <a:t>PolygonShape</a:t>
            </a:r>
            <a:r>
              <a:rPr lang="ru"/>
              <a:t> (прямоугольники) для точного соответствия картинке (исправление проблемы круглых коллайдеров).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Оптимизация и работа с памятью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Проблема:</a:t>
            </a:r>
            <a:r>
              <a:rPr lang="ru"/>
              <a:t> Частая загрузка текстур вызывала переполнение памяти (</a:t>
            </a:r>
            <a:r>
              <a:rPr i="1" lang="ru"/>
              <a:t>OutOfMemory</a:t>
            </a:r>
            <a:r>
              <a:rPr lang="ru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Решение: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Текстуры загружаются один раз в </a:t>
            </a:r>
            <a:r>
              <a:rPr i="1" lang="ru"/>
              <a:t>create()</a:t>
            </a:r>
            <a:r>
              <a:rPr lang="ru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Объекты используют ссылки на уже загруженные текстуры.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Реализован метод </a:t>
            </a:r>
            <a:r>
              <a:rPr i="1" lang="ru"/>
              <a:t>dispose()</a:t>
            </a:r>
            <a:r>
              <a:rPr lang="ru"/>
              <a:t> для очистки ресурсов (текстуры, звуки, музыка).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Garbage Collection:</a:t>
            </a:r>
            <a:r>
              <a:rPr lang="ru"/>
              <a:t> Удаление физических тел камней, вылетевших за пределы экрана.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Геймплейные фичи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Счетчик очков:</a:t>
            </a:r>
            <a:r>
              <a:rPr lang="ru"/>
              <a:t> Динамическое обновление счета при успешном уклонении.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Пауза:</a:t>
            </a:r>
            <a:r>
              <a:rPr lang="ru"/>
              <a:t> Возможность остановить игровой цикл и физику.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Звуковое сопровождение: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Фоновая музыка (цикличное воспроизведение).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Звуковые эффекты (удар при проигрыше).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Сложности в разработке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Дребезг кнопки паузы:</a:t>
            </a:r>
            <a:r>
              <a:rPr lang="ru"/>
              <a:t> Решено заменой </a:t>
            </a:r>
            <a:r>
              <a:rPr i="1" lang="ru"/>
              <a:t>isTouched()</a:t>
            </a:r>
            <a:r>
              <a:rPr lang="ru"/>
              <a:t> на </a:t>
            </a:r>
            <a:r>
              <a:rPr i="1" lang="ru"/>
              <a:t>justTouched()</a:t>
            </a:r>
            <a:r>
              <a:rPr lang="ru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Перезапуск игры:</a:t>
            </a:r>
            <a:r>
              <a:rPr lang="ru"/>
              <a:t> Проблема с накоплением старых тел в физическом мире Box2D. Решено полной очисткой массива тел (</a:t>
            </a:r>
            <a:r>
              <a:rPr i="1" lang="ru"/>
              <a:t>destroyBody</a:t>
            </a:r>
            <a:r>
              <a:rPr lang="ru"/>
              <a:t>) при рестарте.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Планы на будущее</a:t>
            </a:r>
            <a:r>
              <a:rPr lang="ru"/>
              <a:t> (Roadmap)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Добавление скинов для перчатки (магазин).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Новые типы препятствий (двигающиеся по диагонали).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Счётчик шансов(жизней).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Таблица рекордов (сохранение лучшего счета).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Анимация взрыва при столкновении.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Готов ответить на ваши вопросы.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172609"/>
            <a:ext cx="9144002" cy="479828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250" y="152400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